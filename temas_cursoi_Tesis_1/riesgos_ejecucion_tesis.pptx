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nfographic_illustration_on_a_l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0">
              <a:alpha val="66000"/>
            </a:srgbClr>
          </a:solidFill>
          <a:ln w="12700">
            <a:solidFill>
              <a:srgbClr val="0713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58368"/>
            <a:ext cx="5166360" cy="5349240"/>
          </a:xfrm>
          <a:prstGeom prst="rect">
            <a:avLst/>
          </a:prstGeom>
          <a:solidFill>
            <a:srgbClr val="091726">
              <a:alpha val="7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32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B5"/>
                </a:solidFill>
              </a:rPr>
              <a:t>Riesgos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325880"/>
            <a:ext cx="452628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de ejecución de la tesis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</a:rPr>
              <a:t>Tiempo, skills, datos, software y estrategia de mitigación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6112" y="4315968"/>
            <a:ext cx="2423160" cy="475488"/>
          </a:xfrm>
          <a:prstGeom prst="roundRect">
            <a:avLst/>
          </a:prstGeom>
          <a:solidFill>
            <a:srgbClr val="F47C20">
              <a:alpha val="94000"/>
            </a:srgbClr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4622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Maestría en Inteligencia Artificial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50749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3F2"/>
                </a:solidFill>
              </a:rPr>
              <a:t>Borrador inicial de tema, problema, objetivos, metodología y estado del arte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Marco de riesgos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005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Basado en requerimientos del curso y viabilidad de maestría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6926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pide el curso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49834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Identificar 3 temas, buscar al menos 3 papers por tema y resumirlos en presentación.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Plantear problema, objetivos, procedimiento de solución y fuentes de datos.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Construir un prototipo y evaluar resultados.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86868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9692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Dimensiones de riesgo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170432"/>
            <a:ext cx="48006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Tiempo disponible.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Idioma inglés y revisión bibliográfica.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Datos y herramientas de software.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Dominio técnico de IA y del problema eléctrico.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2735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C20"/>
                </a:solidFill>
              </a:rPr>
              <a:t>Recomendación general: escoger un tema con dataset accesible y una meta experimental alcanzable en 1–2 semestres.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transversal de riesgos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896112"/>
          <a:ext cx="11064240" cy="507492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05840"/>
                <a:gridCol w="6583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Mitigación sugerida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Falta de datos confiables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Empezar con datasets públicos / adjuntos y definir un caso mínimo reproducible.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Curva de aprendizaje en IA y potencia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Limitar la tesis a una arquitectura principal y un baseline claro.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Exceso de ambición del alcance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Priorizar una sola pregunta medible y diferir extensiones.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Tiempo para leer papers y programar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Plan semanal fijo y matriz de lectura desde la primera semana.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Dependencia de software especializado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447"/>
                          </a:solidFill>
                        </a:rPr>
                        <a:t>Usar stack abierto: Python, PyTorch/JAX, FEniCSx, notebooks.</a:t>
                      </a:r>
                      <a:endParaRPr lang="en-US" sz="12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por 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11155680" cy="4526280"/>
        </p:xfrm>
        <a:graphic>
          <a:graphicData uri="http://schemas.openxmlformats.org/drawingml/2006/table">
            <a:tbl>
              <a:tblPr/>
              <a:tblGrid>
                <a:gridCol w="2971800"/>
                <a:gridCol w="4343400"/>
                <a:gridCol w="3794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Artículo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Aporte útil para la tesis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Vacío / oportunidad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Tema 1: PINNs para cálculo térmico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Riesgo medio-alto: demanda entender PDE, FEM y entrenamiento PINN; el lado positivo es que ya tienes PDFs y dos CSV semilla.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Mitigar empezando en régimen estacionario 2D y validando contra un paper específico (Kim).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Tema 2: Forecasting renovable 24 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Riesgo medio: técnicamente más estándar en IA, pero depende de conseguir buenos datos meteorológicos + generación.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Mitigar con un dataset público y una meta clara: 24 h, una planta, salida puntual/probabilística.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Tema 3: Monitoreo predictivo/DTR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Riesgo medio-alto: muy atractivo, pero puede sufrir por falta de datos de fallas reales.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Mitigar enfocando primero detección de anomalías o estimación de riesgo, no localización exacta.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mitigación y hoja de ruta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Semana 1–2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Cerrar tema y pregunta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918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322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637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754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Semana 3–4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Matriz de papers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Semana 5–7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Dataset + baseline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402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3806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121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238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Semana 8–11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Modelo principal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Semana 12–15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Experimentos y redacción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2816352"/>
            <a:ext cx="5486400" cy="248716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16936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recomendada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" y="3163824"/>
            <a:ext cx="5029200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1° Tema 2 si priorizas rapidez y menor riesgo técnico.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2° Tema 1 si quieres mayor novedad en IA + física y ya cuentas con material adjunto.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3° Tema 3 si consigues acceso a señales/sensores o un socio técnico.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2816352"/>
            <a:ext cx="519379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16936"/>
            <a:ext cx="4919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Entregable mínimo viable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3163824"/>
            <a:ext cx="4663440" cy="1627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Una pregunta principal.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Tres papers bien resumidos.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Un baseline reproducible.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Una comparación cuantitativa simple.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 final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05840"/>
            <a:ext cx="3474720" cy="256032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0642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quieres una tesis más segura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Elige el Tema 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 renovable 24 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Menor barrera experimental y ecosistema de IA más maduro.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005840"/>
            <a:ext cx="3429000" cy="25603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10642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quieres mayor novedad técnica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Elige el Tema 1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PINNs térmicos para cables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0288" y="24231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Muy buen fit para IA aplicada + material adjunto ya disponible.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100584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9016" y="110642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consigues socio/datos de operación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1554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Elige el Tema 3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 predictivo / DTR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211312" y="2423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Puede tener alto impacto aplicado, pero depende más del acceso a datos.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69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C20"/>
                </a:solidFill>
              </a:rPr>
              <a:t>Siguiente paso sugerido: elegir 1 tema principal y 1 tema de respaldo; luego convertir estas diapositivas en tu plan de tesis formal.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Riesgos de ejecución de la tesis</dc:title>
  <dc:subject>Riesgos de ejecución de la tesis</dc:subject>
  <dc:creator>OpenAI</dc:creator>
  <cp:lastModifiedBy>OpenAI</cp:lastModifiedBy>
  <cp:revision>1</cp:revision>
  <dcterms:created xsi:type="dcterms:W3CDTF">2026-04-23T16:36:03Z</dcterms:created>
  <dcterms:modified xsi:type="dcterms:W3CDTF">2026-04-23T16:36:03Z</dcterms:modified>
</cp:coreProperties>
</file>