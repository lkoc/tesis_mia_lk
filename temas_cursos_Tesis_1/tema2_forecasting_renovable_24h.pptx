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clean_conceptual_landscap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0">
              <a:alpha val="66000"/>
            </a:srgbClr>
          </a:solidFill>
          <a:ln w="12700">
            <a:solidFill>
              <a:srgbClr val="0713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658368"/>
            <a:ext cx="5166360" cy="5349240"/>
          </a:xfrm>
          <a:prstGeom prst="rect">
            <a:avLst/>
          </a:prstGeom>
          <a:solidFill>
            <a:srgbClr val="091726">
              <a:alpha val="7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932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B5"/>
                </a:solidFill>
              </a:rPr>
              <a:t>Tema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325880"/>
            <a:ext cx="452628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 h ahead forecasting de producción de energía renovable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96112" y="30815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8"/>
                </a:solidFill>
              </a:rPr>
              <a:t>Tema orientado a series de tiempo, NWP y pronóstico probabilístico para operación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96112" y="4315968"/>
            <a:ext cx="2423160" cy="475488"/>
          </a:xfrm>
          <a:prstGeom prst="roundRect">
            <a:avLst/>
          </a:prstGeom>
          <a:solidFill>
            <a:srgbClr val="F47C20">
              <a:alpha val="94000"/>
            </a:srgbClr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44622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Maestría en Inteligencia Artificial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507492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3F2"/>
                </a:solidFill>
              </a:rPr>
              <a:t>Borrador inicial de tema, problema, objetivos, metodología y estado del arte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 del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10058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Enfoque compatible con plan de tesis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41248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941832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general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161288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¿Cómo mejorar el pronóstico de 24 horas de producción renovable (solar, eólica o híbrida) combinando historia operativa, pronósticos meteorológicos y aprendizaje profundo para apoyar despacho, reservas y programación?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27648" y="841248"/>
            <a:ext cx="527608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941832"/>
            <a:ext cx="5001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143000"/>
            <a:ext cx="4846320" cy="1444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La variabilidad meteorológica eleva la incertidumbre operativa.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Los mercados y operadores piden horizontes day-ahead con reglas de entrega concretas.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Los métodos probabilísticos son cada vez más valiosos que los puntuales.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11045952" cy="26517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374136"/>
            <a:ext cx="10771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específicos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" y="3657600"/>
            <a:ext cx="10607040" cy="1664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¿Qué combinación de históricos + NWP + variables físicas entrega mejor precisión a 24 h?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¿Conviene predecir un valor puntual o una distribución/probabilidad para reserva operativa?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¿Qué arquitectura es más viable para una tesis: LSTM, Transformer, CNN temporal o modelo híbrido?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y propuesta de valor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841248"/>
            <a:ext cx="5440680" cy="14813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41832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133856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3447"/>
                </a:solidFill>
              </a:rPr>
              <a:t>Diseñar y evaluar un modelo de pronóstico day-ahead para producción renovable que combine datos históricos, pronóstico meteorológico y aprendizaje profundo, con salida puntual y/o probabilística.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544068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642616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834640"/>
            <a:ext cx="5074920" cy="1719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Construir un pipeline de datos con potencia, meteorología y variables derivadas.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Comparar al menos tres familias de modelos (baselines, LSTM/TCN, Transformer).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Medir MAE/RMSE y calidad probabilística (pinball loss o CRPS).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6208" y="841248"/>
            <a:ext cx="5376672" cy="199339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941832"/>
            <a:ext cx="5102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Contribución esperada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115568"/>
            <a:ext cx="48920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Modelo operativo alineado a horizonte de 24 h.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Comparación clara entre pronóstico puntual y probabilístico.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Aporte útil para despacho, almacenamiento o mercados eléctricos.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6208" y="3090672"/>
            <a:ext cx="5376672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3191256"/>
            <a:ext cx="5102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datos posibles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3364992"/>
            <a:ext cx="48920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Plantas solares/eólicas con histórico horario o cada 15 min.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NWP: irradiancia, nubosidad, temperatura, viento, humedad.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Variables astronómicas y calendario operativo.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metodológico propuesto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Ingesta y limpieza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6918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322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637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754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Feature engineering + NWP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Modelo base + DL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0402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3806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121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1238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Calibración probabilística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Evaluación operativa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2816352"/>
            <a:ext cx="548640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916936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sugerido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" y="3154680"/>
            <a:ext cx="5029200" cy="1719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Entrada multivariante: potencia pasada + NWP futura + variables físicas del recurso.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Bloque temporal: Transformer o TCN/LSTM con atención.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Salida: secuencia de 24 h (o 96 pasos de 15 min) + intervalos de predicción.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2816352"/>
            <a:ext cx="519379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16936"/>
            <a:ext cx="4919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3154680"/>
            <a:ext cx="4681728" cy="1664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Métricas puntuales: RMSE, MAE, MAPE.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Métricas probabilísticas: pinball loss / CRPS.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Valor operativo: cumplimiento de ventana 24 h y estabilidad del error.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del arte: artículos clave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11109960" cy="4526280"/>
        </p:xfrm>
        <a:graphic>
          <a:graphicData uri="http://schemas.openxmlformats.org/drawingml/2006/table">
            <a:tbl>
              <a:tblPr/>
              <a:tblGrid>
                <a:gridCol w="2971800"/>
                <a:gridCol w="4343400"/>
                <a:gridCol w="3794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Artículo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Aporte útil para la tesis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Vacío / oportunidad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Tao et al. (2024)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Applied Energy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“Operational day-ahead photovoltaic power forecasting based on transformer variant”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Propone PTFNet: combina datos medidos + NWP + variables de modelado físico; produce pronósticos de 24–40 h a 15 min y cumple requisitos de operador en la mayoría de casos.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Excelente referente para un enfoque operativo; falta adaptarlo a tu caso/dataset y comparar contra otras arquitecturas más simples.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Kim et al. (2024)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Renewable &amp; Sustainable Energy Reviews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“PVTransNet”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Usa potencia histórica, observación/pronóstico meteorológico y geometría solar; el modelo Transformer+LSTM redujo MAE en 48.3% vs. LSTM simple en dos plantas.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 el valor de mezclar atención y memoria temporal; aún deja espacio para enfoque probabilístico y datasets locales.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Jonkers et al. (2024)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Applied Energy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“Regional probabilistic wind forecasting…”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Introduce CNNs + Conformal Quantile Regression para pronóstico eólico regional day-ahead; reduce pinball loss 5.89% y produce distribuciones calibradas.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Muy útil si decides una tesis con incertidumbre explícita y reservas; el vacío es adaptar el enfoque a entorno híbrido PV/eólico o a planta individual.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Resumen de papers incluidos para sustentar el Tema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Alcance, factibilidad y referencias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868680"/>
            <a:ext cx="5440680" cy="233172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96926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realista para maestría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207008"/>
            <a:ext cx="4983480" cy="1444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Caso 1: planta fotovoltaica.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Caso 2: parque eólico o dataset híbrido.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Horizonte fijo de 24 h con comparación puntual vs. probabilística.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868680"/>
            <a:ext cx="52395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969264"/>
            <a:ext cx="4965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Factores críticos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207008"/>
            <a:ext cx="4709160" cy="1353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Acceso a datos NWP y mediciones confiables.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Calidad del preprocesamiento y manejo de faltantes.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Evitar sobreajuste en series estacionales.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493008"/>
            <a:ext cx="10881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593592"/>
            <a:ext cx="10607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mínimas sugeridas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840480"/>
            <a:ext cx="103784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Tao, K. et al. (2024). Applied Energy, 373, 123825.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Kim, J. et al. (2024). Renewable and Sustainable Energy Reviews, 200, 114479.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Jonkers, J. et al. (2024). Applied Energy, 361, 122900.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Massidda, L. et al. (2024). Solar Energy, 271, 112422.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Terrén-Serrano, G. et al. (2026). Nature Communications, 17, 3307.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2 - 24 h ahead forecasting de producción de energía renovable</dc:title>
  <dc:subject>Tema 2 - 24 h ahead forecasting de producción de energía renovable</dc:subject>
  <dc:creator>OpenAI</dc:creator>
  <cp:lastModifiedBy>OpenAI</cp:lastModifiedBy>
  <cp:revision>1</cp:revision>
  <dcterms:created xsi:type="dcterms:W3CDTF">2026-04-23T16:36:03Z</dcterms:created>
  <dcterms:modified xsi:type="dcterms:W3CDTF">2026-04-23T16:36:03Z</dcterms:modified>
</cp:coreProperties>
</file>