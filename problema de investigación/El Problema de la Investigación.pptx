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0" r:id="rId5"/>
    <p:sldId id="258" r:id="rId6"/>
    <p:sldId id="259" r:id="rId7"/>
    <p:sldId id="265" r:id="rId8"/>
    <p:sldId id="264" r:id="rId9"/>
    <p:sldId id="262" r:id="rId10"/>
    <p:sldId id="266" r:id="rId11"/>
    <p:sldId id="263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20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33766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5T01:13:55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10672 3246 0,'0'17'31,"17"-17"0,18 0 16,18 0-47,18 0 16,35 0-1,476 0 16,-406 0-31,353 0 16,142 0 0,87 0-1,-52 0 17,35 0-32,-54 0 31,90 0-16,-19 0 1,53 0 0,-458 0-16,35 0 15,-35 0-15,247 0 16,-71 0 0,0 0-1,-106 0 1,1 0 15,-1 0-31,-35 0 16,-141 0 15,18-53-15,-107 36-16,-34-1 31,-89 0-16,-17 18 64</inkml:trace>
  <inkml:trace contextRef="#ctx0" brushRef="#br0" timeOffset="3287.07">2222 2134 0,'0'0'0,"-52"194"15,-1-70-15,53 17 16,-53 0-16,53-53 0,0 18 16,-18-35-1,18 17-15,-18-53 16,18 0-16,0 1 16,0-72 77,0-52-93,0-71 32,0 71-32,0-35 15,0 35-15,0-89 16,18 1 15,35 52-31,-18 18 16,18 36 15,18-1-15,-1 36-1,1-18 1,-18 36-16,35-1 31,18 0-15,-89 18-16,1 0 15,35 18 1,-18 0 0,-17 70-1,-18 35 1,0-17-1,-71 17 1,-17-34 0,-18-36-1,18-18 1,0-17 0,-18-18 15,53 0-16,36-18 1</inkml:trace>
  <inkml:trace contextRef="#ctx0" brushRef="#br0" timeOffset="4469.96">4022 1605 0,'0'35'32,"-36"54"-17,-34 34 1,17 36-16,-53-36 15,18 1-15,-89 211 32,54 0-1,52-123 0,19-124 0,34-70-15</inkml:trace>
  <inkml:trace contextRef="#ctx0" brushRef="#br0" timeOffset="6040.03">4092 2064 0,'0'-18'47,"71"18"-1,-18 0-46,0 0 16,194-70 0,-159 52 15,-53 0-31,53 1 16,-53-1-1,-17 18-15,0-18 16,-1 18 15,1-17-31</inkml:trace>
  <inkml:trace contextRef="#ctx0" brushRef="#br0" timeOffset="6500.1">4516 1993 0,'0'35'15,"0"-70"-15,-53 159 0,53-71 16,-18-1-16,0 1 16,-17 53-1,35-88-15,0 0 16,-18 17-1,-17 18-15,18 17 16,-1-52 15,0 0-31,18-1 47</inkml:trace>
  <inkml:trace contextRef="#ctx0" brushRef="#br0" timeOffset="7080.85">5927 1252 0,'0'89'31,"-36"69"-31,-52 72 16,0-54-1,17 18-15,-17 35 16,18-88-16,-18 53 16,70-141-16,-70 124 31,35-89-16,35-70 32</inkml:trace>
  <inkml:trace contextRef="#ctx0" brushRef="#br0" timeOffset="7900.04">6209 2152 0,'0'70'16,"0"36"-16,0-17 0,0-19 16,0 142 15,-35-89-15,-1-35-1,36-70 1,0-53 31,18-89-32,0 54 1,70-89-16,-35-17 16,17 87-1,-17 1-15,18-18 16,-36 89-1,0-36 1,-17 35 0,17 18 31,-17 71-47,-18 158 31,0-17-16,0-36-15,18-88 32,-18-35-32,0-35 31,17 0-15</inkml:trace>
  <inkml:trace contextRef="#ctx0" brushRef="#br0" timeOffset="8250.08">6103 2628 0,'35'0'16,"18"0"-16,-17 0 15,16 0-15,1 0 0,18 0 16,-18 0-16,0 0 31,-18-17-31,36-19 16,-36 36 0,-17 0-16,-1-17 0</inkml:trace>
  <inkml:trace contextRef="#ctx0" brushRef="#br0" timeOffset="8800.15">7779 1746 0,'-18'124'0,"36"-248"0,-89 424 15,18-106-15,0 18 16,-35 17-16,-18 71 16,53 35 15,36-247 16,-1-70-32</inkml:trace>
  <inkml:trace contextRef="#ctx0" brushRef="#br0" timeOffset="9699.94">8255 2205 0,'18'0'16,"-1"88"0,-17 18-16,0 0 15,0 0-15,0 17 16,0-17-16,0 0 16,-17 17-16,-36-17 31,35-53 0,18-141 16,0-71-31,35-70-1,18 140-15,-35 1 16,17-35-1,53-18 1,-52 88-16,69-88 16,-69 88-1,-19 35 17,1 0-17,0 18 1,17 0 15,0 89-15,-17 52-16,17 35 31,-35-123-31,18 88 16,-1-106-1,-17 36 1,0-53-16,0-1 31</inkml:trace>
  <inkml:trace contextRef="#ctx0" brushRef="#br0" timeOffset="10599.87">8326 2628 0,'0'0'16,"0"-17"-16,17-1 16,1 18-1,88-35 1,-89 35-1,89 0 1,-53 0 0,18 0-1,-18-18 1,-36 18 0,1 0-1,-1-18 48,1 1-48,0 17 17,-18-18-17,0 0 1,0-17-1,0 53 95,0 17-110,0 18 15,0-18-15,0 18 16,0 0 0,0 0-1,0-18 1,0 1 0,0-19 15</inkml:trace>
  <inkml:trace contextRef="#ctx0" brushRef="#br0" timeOffset="13184.72">8943 3387 0,'-18'35'16,"1"0"-1,-1 18 1,-17 0 0,-1-18-16,19 1 15,-36 34 1,35-52-16,1-1 15</inkml:trace>
  <inkml:trace contextRef="#ctx0" brushRef="#br0" timeOffset="13519.91">8661 3510 0,'0'-18'15,"17"18"1,54 36-16,-53-19 0,52 54 16,-52-18 15,17-18-15,-17 0-1,-1-17 1</inkml:trace>
  <inkml:trace contextRef="#ctx0" brushRef="#br0" timeOffset="14434.75">9437 2434 0,'17'35'16,"-17"36"0,0 0-16,0 17 15,0-18 1,0 19-16,0-37 0,0-16 16,0-19-1,0 1 1,-17-18 15,17-106 16,0-17-31,17-18-1,19-1 1,17 54-1,-18 18 1,0 34 0,-35 19-1,18 17 17,-1 0-17,19 35 1,-36 18-16,17-18 15,-17 53 1,-17-17 0,-36 0-1,35-19 1,-17-16 0,17-36-1,-17 0 16,17 0-31,1 0 16</inkml:trace>
  <inkml:trace contextRef="#ctx0" brushRef="#br0" timeOffset="24580.1">20655 9243 0,'0'-18'78,"0"1"-62,35-1-16,248-53 31,369 1 0,213 17 16,87 53-31,-493 0 15,-248 0-31,107 0 16,-142-35-16,-88 17 0,18 18 31,-53 0-16,-35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33766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5T01:17:19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12277 16616 0,'17'0'47,"1"0"63,0 0-110,-1 0 31,18 0-31,124 17 31,88 19 0,-106-36 1,-17 35-32,35-35 31,-18 35-16,-53-35-15,-35 0 16,0 0-16,0 0 16,17 0-16,18 0 15,18 0 1,35 0 0,0-17-1,53-36 1,0 17 15,0-34-31,53-1 16,-53 1-1,106-36 17,-70 0-17,-54 18 1,0-18-1,-87 36 1,16-19-16,-52 36 0,106-105 31,-88 105-15,-36 18-16,71-107 16,17-16-1,1 34 1,105-105-1,-35 35 1,-106 70-16,71-34 16,-88 105-1,-19 0 1,19-18 0,17 1-1,-17-1 1,17-17-1,0 0 1,0-18 0,1 18-1,16-36 1,-16 36-16,-37 17 16,142-70-1,-17 0 1,-54 71 15,-17-1-31,-18 18 0,36 18 16,88-89-1,70-17 1,-88 106 0,-35 17 15,-1 18-16,19 0-15,-19 0 16,107 71 15,0 0-31,-1 17 32,18 0-17,-123-35 1,-18 17-1,53 72 1,-70-37 0,-1 19-1,-17-18 1,-35-18 0,-18 0-1,-1-17 16,19 52-15,17-35 0,18 71-1,18 35 1,-19-70 0,125 122-1,-107-122 1,-17-18-1,88 17 1,-18 1 0,1 17-1,-36-71 1,35 19 15,-35-19-31,-17-17 31,52 18-15,-17-36-16,141-17 31,-159 17-15,0 18 0,-35-53-1,70 53 1,-88-53-1,1 17 1,-1 1 0,0-18-1,-17 18 1,-1-1 0,-52-17-1,-1 0 95</inkml:trace>
  <inkml:trace contextRef="#ctx0" brushRef="#br0" timeOffset="2460.35">14411 16016 0,'0'0'0,"-18"-53"0,1 36 16,-1-1 0,-17-17-16,35 17 15,-53 0-15,-35 1 16,-18-1-16,18 18 16,-18-18-16,-229 18 31,-71 0 0,-35 18 0,18 123 1,264-53-17,88-52-15,-52 52 31,17 0-15,71 0 0,35 106-1,0-106 1,53 71 0,70-35-1,-52-54-15,17 1 16,106-1-1,-71-52-15,142 53 16,105-19 0,-52 1-1,-1-53 1,19 0 15,-72-35-15,-158-18-1,0-53 1,-71 1 0,-17-54-1,-18 53-15,35-18 16,-35 54-16,0-18 16,0 17-16,0-70 15,0 88 1,0 0-16,0-53 31,-71 1-31,36 52 16,18 17-1,-54-17 17,-105 18-17,-71 0 1,88 35-1,35 0 1,89 0 0,35 18-16</inkml:trace>
  <inkml:trace contextRef="#ctx0" brushRef="#br0" timeOffset="3710.18">20426 11959 0,'-53'0'0,"106"0"0,-194 0 15,35 35 1,18-17-16,-36 35 0,71-35 16,-53 35-16,-17-1 15,17 54 1,71-53-16,-53 247 31,141 35 0,158-35 1,19-194-17,-89-88 1,17-18 0,72-53-1,-107-71 1,-17 1-1,-53-107 1,-18 19 0,-35-19-1,0 72 1,0 69 15,-17 37-15,-72-37-1,37 89 1,16 0 0</inkml:trace>
  <inkml:trace contextRef="#ctx0" brushRef="#br0" timeOffset="5490.29">26282 15240 0,'-35'0'0,"17"0"16,0 0-16,-35 0 16,1 0-16,-1 71 15,-53-1-15,18 18 16,17-17-16,-17 17 16,17 0-16,-35 177 31,89-18 0,17-212-15,53 141-1,53-17 17,35-88-17,17-18-15,19-36 31,-1-17-15,54 0 0,-36-35-1,0-18 1,-71-17 0,53-19-1,-140 54 1,-1 0-1,0-18 1,1-35 0,-1-53 15,0 17-31,-35-17 31,0 18-15,-35-19-1,-18 37 1,-35-37 0,-18 19-1,-18 70 1,54 35 0,-36 1-1,53-1 1,-88 18-1,0 0 1,88 0-16,0 0 16,18 0-16,-36 0 15,1 35 1,34-35 0,1 36-1,0-1 16,0-17-31,17-1 32,0 1-1</inkml:trace>
  <inkml:trace contextRef="#ctx0" brushRef="#br0" timeOffset="6690.28">26458 15893 0,'18'-18'31,"88"36"0,70-1-31,1-17 0,-1 0 16,600 0-1,282 0 32,-546 0-16,-441 0-15,-54 0 31,1 0-16</inkml:trace>
  <inkml:trace contextRef="#ctx0" brushRef="#br0" timeOffset="10270.54">20708 12083 0,'-18'-18'31,"18"0"16,-17 18-16,-1-17-31,-35 17 31,18-18 1,0 18-1,17 0-15,-17 0-1,17 0 16,-17 0 1,17 0-17,1 0 17,-1 0 30</inkml:trace>
  <inkml:trace contextRef="#ctx0" brushRef="#br0" timeOffset="42060.25">12012 14323 0,'0'35'110,"18"0"-95,-18 1 1,17-1-16,1 53 16,17 88 15,-17 18 0,17-52-15,-35-89-1,18 35-15,-1 35 32,1-52-17,-18-1 1,18 1-1,-18-36 1,0 36 0,35 17-1,-17-18 1,17 36 0,0 18-1,-17-71 16,-18-36-31,0 54 16,17-18-16,-17-36 31,18 19-15,0-19 0,-18 1-1,0 0 1,0-1-1,0 1 1,17 0 0,-17 17-1,18 0 1,-53-35 171,35-18-171,-18 1-16,0-1 16,18 1-1,-17-1-15,-1 0 32,18 1-1,0-1-16,-17 0 17,17 1 124,0-1-125,0 0 0,0 1-31,17-1 16,1 0 0,-1 18-1,1-17 1,-18-1 15,18 18 0,-1-17 1,1 17 186,-18 17-218,0 18 16,0 1-16,0-19 16,0 19-16,0-1 15,0 0 1,0-17 0,0 0 15,0-1 0,0 1 157,-18-1-173,1-17 16,-1 0 48,0 0-48,18-17-16,-17-1 1,17 1 0,-18-1-1,1-17 17,-1 35-1,18-18 63,-18 0-63,1-17 63,-1 17 265,18 1-359,18 17 31,17-18 16,-17 18-31,-1 0-1,18-18 1,-17 18 15,17-17-15,-17 17 156,0 0 62,-1-18-234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33766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5T01:18:23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22772 2769 0,'0'18'62,"0"35"-46,0 0-16,0-18 15,0 71 1,-53 17 15,71-123 63,17-17-94,35-19 16,-17 1-16,-17-18 15,105-53 1,17 18-16,-52 0 31,-53 35-15,0 0-16,-18 36 31,1-19-15,-36 1-1,17 17 48</inkml:trace>
  <inkml:trace contextRef="#ctx0" brushRef="#br0" timeOffset="3070.08">2540 3563 0,'0'18'47,"18"-18"0,-1 0-31,19 17-1,-1-17-15,71 18 16,352-18 15,248 0 1,-530 0-32,512 18 31,-335 17 0,70-35-15,18 0-16,-53 0 31,0 0-15,-70 0-1,-36 0 1,88 0-1,-158 0 1,-53 0 0,-36 0-1,-87 0 1,-1 0 15,-17 0-15,-1 0 15,1-18-15,-18 1 15,17 17-31,1-18 16,0 18-16,-1 0 31,1 0-16,0-18-15,17 1 32</inkml:trace>
  <inkml:trace contextRef="#ctx0" brushRef="#br0" timeOffset="4619.89">2840 3916 0,'0'0'0,"53"0"15,0 0-15,17 0 16,-17 0-16,18 0 0,17 0 16,18 0-1,0 0-15,-1 0 16,107 0-16,-36 0 16,301 0 15,87 0 0,212 0 0,18 0 1,-618 0-32,142 0 15,17 17 1,-88-17-1,-18 53 1,-88-53 0,-52 0-1,-54 0-15,0 0 32,-17 0-32,-1 0 15,19 0 1,-19 0-1,1 0 1,0 0 93,-1 0 1,1-17-32,0-1-62</inkml:trace>
  <inkml:trace contextRef="#ctx0" brushRef="#br0" timeOffset="5240.03">8414 3369 0,'0'18'32,"0"87"-17,0 1-15,0-17 16,-36-37-16,36 1 16,0 18-1,-35 17 16,35-53-31,0 1 32</inkml:trace>
  <inkml:trace contextRef="#ctx0" brushRef="#br0" timeOffset="6614.42">2328 3404 0,'0'18'31,"0"52"-16,0-17-15,0 0 0,0 0 16,0 35-16,0-35 16,0 88-1,0 106 17,0-211-17,0 17 1,0-36 15,0-34 32</inkml:trace>
  <inkml:trace contextRef="#ctx0" brushRef="#br0" timeOffset="7217.95">2364 3898 0,'17'-17'15,"1"17"1,0 0-16,-1 0 16,18 0-16,36 0 15,141 0 32,-89-18-31,-105 18 15,17-18-15,-17 18 15</inkml:trace>
  <inkml:trace contextRef="#ctx0" brushRef="#br0" timeOffset="8190.09">2381 3598 0,'18'0'110,"0"0"-110,17 0 15,0 0 1,0 0-16,-17 0 15,0 0 1,-1 18-16,1-18 16,0 0-16,-1 0 31</inkml:trace>
  <inkml:trace contextRef="#ctx0" brushRef="#br0" timeOffset="13769.91">3140 7849 0,'0'-17'31,"0"-1"-15,0 0-1,-18 18 1,-52-17-16,-107 17 16,-229 0 15,-52 176 0,299-88-15,36 36 15,52-18-15,36-36-16,17 1 0,-17 193 31,35-175-15,88 157-1,18-104 1,0-37-1,0-16 1,88-36 0,-36-18-1,107-35 1,52 0 0,36 0 15,-247 0-31,53-35 0,158-54 31,-246 72-15,17-19-16,0-34 0,0-1 31,1-17-15,-72-35-1,1-18 1,0-18-1,-1 0 1,-17 53 0,0-17-1,0-1 17,-17 54-17,-1 17 1,0 35-16,-35-70 0,0 35 31,-17 0-15,-71-35-1,-53 53 1,-36-1 0,72 19-1,-54-1 1,177 18-1,-18 0-15,18 0 16,17 0-16,-17 0 16,17 18 15,18-1 0,0 1-15</inkml:trace>
  <inkml:trace contextRef="#ctx0" brushRef="#br0" timeOffset="15940.3">16986 7885 0,'-17'0'16,"-1"0"0,0 0-1,1 0-15,-1 17 16,-35 1-16,53 0 15,-35 17-15,17 0 16,-88 159 0,-70 159 15,123-89 0,53-105 16,0-106-47,18-35 16,52 52-16,-17-17 31,-18-17-15,36-1-1,17 0 1,0-17-1,1-18 1,-36 0 0,-18 0-16,0 0 15,36 0 1,-18-36 0,-18 1-1,35-18 1,-52-17-16,35-1 31,53-52-15,-53 34-1,0-16 1,-18-1 0,18-18-1,-18 36 1,-17 0-1,-1 35-15,-17 35 16,0-17-16,0-71 16,0 18-1,0 0 1,-17 17 0,-19 1 15,-16-1-16,-1 18 1,-36 36 0,19-1-16,17 0 31,-18 18-15,36 0-1,17 0 1,1 0 15,-1 0-31,1 0 16</inkml:trace>
  <inkml:trace contextRef="#ctx0" brushRef="#br0" timeOffset="18320.2">11818 9560 0,'18'0'47,"17"0"-31,18 0-16,17 0 15,54 0-15,17 0 16,106 0-16,423 0 16,935 0 15,-70 212 0,-777-106-15,-475-36-1,193 36 1,-211-35 0,-142-1-1,-35-34 1,-70-19-1</inkml:trace>
  <inkml:trace contextRef="#ctx0" brushRef="#br0" timeOffset="18894.32">18168 9984 0,'35'0'47,"-17"0"-47,35 17 16,0 36-1,-18-35-15,0-1 16,18 1 0,-35-18-1,0 18 32,-18-1-31,0 1-16,0 0 31,-18 17-31,-53-17 16,18-18 15,-70 0-31,35 0 31,-53-18-31</inkml:trace>
  <inkml:trace contextRef="#ctx0" brushRef="#br0" timeOffset="22720.52">11606 7197 0,'0'-18'63,"-17"18"-48,-1 0 1,0 0-16,1 0 16,-36 35-1,35 1-15,-17 52 31,35-35 1,0 0-17,53-36 1,-18 1 0,36 0-1,-18-1 1,-36-17-16,19 18 31,-19-1-15,1 36-16,-18 0 31,-18-17-15,-70-1-1,-35 35 1,70-52-16,-18-18 15,1 0 1,-36-18 0,106-17-1,-18 0 1</inkml:trace>
  <inkml:trace contextRef="#ctx0" brushRef="#br0" timeOffset="23305.05">11060 7020 0,'-18'0'15,"18"53"1,0 53-16,0 17 15,-53 72-15,53-90 16,-18-16 0,18 69-1,-17-87 17</inkml:trace>
  <inkml:trace contextRef="#ctx0" brushRef="#br0" timeOffset="27039.96">11077 7020 0,'53'-17'16,"-35"-1"15,-1 18-15,1 0-16,247-18 47,-36 1-16,-35-36 16,-106 35-16,-70 18-15,-1 0-1,1 0 1,0 0-16,17 0 16,-17 0 31,-1 0-1,-17 88-30,0-17-16,0 88 31,0-54-31,0 37 16,0-89 0,0 35-16,18 0 15,-18-18 1,0 1-1,0-36 1,0 36 0,0-18-1,0-18 17,0-17 46,-18-36-31,1 18-32,-54 0 1,36-18-1,17 18-15,-17 0 0,-36 0 16,-34 0 0,69 0-16,1 0 15,-53 0 17,35 0-32,-35 0 15,17 18 1,1-18-1,17 18 1,0-1 0,35-17 15,0 0 0,1 0-15,-1 0 15,0 0-31,1 0 63,-1 0-1,1 18-46,-1-18-1,0 0-15,-17 0 16,17 0-16,18 18 16,-17-18-16,-19 0 15,1 0 1,18 0-1,17-18 251,0-17-235,0 17-15,0 0 15,0 1 32,0-1-32,17 1 47,-17-1 0,18 0-78,-1-17 47,-17 17-16,0 1-15,0-1-16,18-17 31,0 17-15,-18-17-1,17 0 1,-17 17-16,0 0 16,0-17-1,0 0 1,0 17 0,0 0 15,0-17-16,0 0 1,0 0 0,0 17-1,0 0 1,0-17-16,0 17 16,0-17 15,0 0-16,0 17-15,0 1 16,0-1 0,0 0-1,0 1 1,0-1 0,0-17 15,0-1-16,0 19 1,0-1 0,0 1-16,0-1 31,0 0 0,18 1 532,17 17-516</inkml:trace>
  <inkml:trace contextRef="#ctx0" brushRef="#br0" timeOffset="31910.31">20884 7655 0,'0'0'0,"0"36"16,0-1-1,0-18 1,0 1-16,0 0 16,0 17 15,18-35 0,0 0-31,-1 0 31,1 0-31,17 0 16,-35-35 0,0-36-1,0 54 1,0-36-1,-35 35 1,17 18 0,-35 0-1,18 0 1,35 18 109</inkml:trace>
  <inkml:trace contextRef="#ctx0" brushRef="#br0" timeOffset="39520">24377 7479 0,'-53'18'47,"18"-1"-47,-18-17 16,-18 18-16,-52-18 15,17 0-15,0 0 16,36 0-1,-54 0 1,89 0-16,0 0 31,70 53 32,0-18-32,18 18-31,-35-18 16,-18 0-16,17 1 31,-17-1-15,0 18-1,0-18 1,0-17-1,18 17 32,17-35-15,-17 0-17,70 0 1,-35 0-16</inkml:trace>
  <inkml:trace contextRef="#ctx0" brushRef="#br0" timeOffset="40400.18">27093 7444 0,'36'0'47,"52"0"-32,-35 0 1,0 0-16,-18 0 15,-17 0-15,-1 0 16,1 0 47,-18 35-48,-35 53 16,17-70-15,18 17 0,0-17-16,0-1 31</inkml:trace>
  <inkml:trace contextRef="#ctx0" brushRef="#br0" timeOffset="50674.86">11871 9402 0,'0'-18'94,"-18"18"-94,1 35 16,-1 18-1,0 18 16,18-54-15,0 19 0,18-19 15,0 1 0,17-18 0,0 0-15,-17 0 0,17 0 15,-35-18 0,0 1-15,0-1-1,0 0-15,0-17 16,0 17 15,0 1-15,0-1-16,0 0 31,-17 18 16,-1 0-47,0 0 31,1 0-31,-1 0 32,0 0-1,1 18-31,17 0 15,-18-1 1,18 1 0,0 0-16,0-1 31,0 1 16,18-18-16,-1 0-15,1 0 31,-18-18-32,0-17 16,0 17 1,0-17-1,-35 35-15,-1 0-1,19 0 1,-18 0-1,-1 35-15,36-17 32,0 0-17,0 17 1,0-17 0,18 17-1,0-18 1,-1-17 15,1 0-15,-1 0 62,-17-35-47,-17 18-15,-1 17 31,1 0-1,17 17-46,0 1 0,0-1 16,0 1-16,0 0 31,0-1 1,17-17-17,18-17 1,-17-19 15,-18 19-31,0-18 16,0 17-1,0 0-15,0 1 16,0-19 15,-18 36 0,1 0-15,-18 18 15,35 0-15,0-1 0</inkml:trace>
  <inkml:trace contextRef="#ctx0" brushRef="#br0" timeOffset="54925.1">11077 10566 0,'0'0'0,"18"-18"15,17 36-15,-35 35 16,0 35-16,0-35 16,0 17-16,0 1 0,0-1 15,0-34 1,0-19-16,-18 36 31,18-35 0,0-36-15,0-299 31,18 229-47,17-54 16,36 19-1,-36 70 1,-17 53 15,0 18 0,-1 52-15,-17 1-16,0-1 31,0-34-31,0-19 16,18 1 15,-1-53 0,19-89-15,-1 18 0,0 36-1,-17 17 1,0 35-1,34 36 17,-34 70-32,0-17 15,-18 34 1,17 72 0,1-71-1,-18-36 1,0-17-1,0-35 1</inkml:trace>
  <inkml:trace contextRef="#ctx0" brushRef="#br0" timeOffset="55569.74">12100 10848 0,'0'0'0,"36"0"32,-19 0-32,18 0 15,-17 0-15,0 0 16,-1 0-1,1 0-15,0 0 16,-1 0-16,1 0 16,17-71 15,-70-17 16,17 88-32,1 0-15,-19 0 16,19 0-16,-36 18 16,18 105-1,17 18 1,18-35 0,18-35-1,17-36 1,-18-35 15</inkml:trace>
  <inkml:trace contextRef="#ctx0" brushRef="#br0" timeOffset="55920.33">12400 10125 0,'-18'17'31,"1"19"-15,17-19-1,-18 1 1,18 0-16,-17 34 15</inkml:trace>
  <inkml:trace contextRef="#ctx0" brushRef="#br0" timeOffset="56430.06">12541 10689 0,'18'0'16,"0"0"0,-1 0-16,1 0 31,17 0 0,18 0-31,-35 0 16,-1-17-1,1-1 1,0 0-16</inkml:trace>
  <inkml:trace contextRef="#ctx0" brushRef="#br0" timeOffset="56704.89">12629 10777 0,'0'53'0,"0"-106"0,0 142 16,0-72-16,0 1 16,0-1-1,0 1-15,0 0 0,0-1 31,0 1-15,18 0 0,0-1-16</inkml:trace>
  <inkml:trace contextRef="#ctx0" brushRef="#br0" timeOffset="57230.33">13053 10848 0,'-35'18'0,"70"-36"0,-70 88 15,35-34 1,0-19-16,0 1 16,0 0-1,17-18 16,18 0-15,18 0 0,-35-36-16,-18-34 31,-18 35 16,1 35-32,-1 0-15,-17 0 32</inkml:trace>
  <inkml:trace contextRef="#ctx0" brushRef="#br0" timeOffset="57734.88">13441 10742 0,'0'0'0,"-35"0"0,17 0 15,0 35 1,18-17-16,0 17 0,0-17 16,0 0-1,0-1-15,18 1 32,17-18-1,53-53 0,-35-71-15,-53 1-1,0-36 1,0 106-16</inkml:trace>
  <inkml:trace contextRef="#ctx0" brushRef="#br0" timeOffset="57955.81">13494 10125 0,'0'53'16,"0"17"0,0 1-1,0 17-15,0 35 16,0 1-1,0-54 1,17-34-16</inkml:trace>
  <inkml:trace contextRef="#ctx0" brushRef="#br0" timeOffset="58500.5">13723 10742 0,'0'0'0,"18"18"0,-18-1 16,17 1-16,1 35 0,0-53 31,-1 0 16,1 0-47,17 0 15,0 0-15,54-35 32,-89 17-17,0 0 32,0 1-31,-18-1-1,-17 18-15,-1 0 16,1 0 0,0 0-1</inkml:trace>
  <inkml:trace contextRef="#ctx0" brushRef="#br0" timeOffset="61975.17">3016 7320 0,'0'18'63,"0"35"-63,0-36 0,0 36 15,0-17 1,0-1-16,0 53 16,18 18 15,-18-18 16,18-53-47,-18 1 15,0-19 1,0 1-16,17 0 31,-17-1-15,0 1 0,0-1-1,0 1 79,0 0-78,0-1-1,0 1 1</inkml:trace>
  <inkml:trace contextRef="#ctx0" brushRef="#br0" timeOffset="63780.02">18327 10037 0,'0'0'0,"0"35"0,0 0 15,0-17-15,0-1 16,0 1 0,0 0 46,-18 17 141,1-17-187,17-1 0,-18-17-16,18 18 15,0-36 141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33766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5T01:21:47.8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22772 11959 0,'-18'-17'31,"18"-1"32,0 0-47,-17 1-1,17-1 1,-36-17 15,1 17-15,17 0-1,-17-17-15,35 18 16,-18-19 0,-17 19-1,0-1 1,0-17-1,35 17 17,-18 0-17,0 1 79,1 17-78,-1 0-16,-17-18 15,17 18 1,0 0 0,1 0-1,-36 0 1,18 0-1,-18 0 1,0 0 0,35 0-16,1 0 15,-19 0 1,19 0 15,-1 0 0,-17 18-31,17-1 32,0 1-17,18 0 1,-17-1 0,-1 1-1,-52 17 1,34-17-1,1-18 1,17 18-16,-17-1 16,0 1-1,-18-1 17,18 19-17,-18-36 1,17 35-1,-16 0 1,16-17 0,19-18-1,-1 18 1,-17 17-16,35-18 31,-36 19-15,19-36-1,17 17 17,0 1-17,0 17 1,0-17 0,0 0-1,0-1 16,0 1-15,17 35-16,1-36 16,17 36-1,1-17 1,17 16 0,-1 19-1,-16-36 1,-36-17-1,17 17 17,1 1-32,-18-1 31,0 18-15,0-36-1,0 1-15,18 35 31,-18-35-15,0-1-16,0 1 16,0 17-1,0-17 1,17-1 0,-17 19-1,0-19 1,0 1-1,0 17 1,0 1 0,0-1-1,0 0 1,0 0 0,18-17-1,-18 0-15,0 17 0,0 0 31,18-17-15,-18 17 0,0 0-1,0 1 1,0 34 0,0-35-1,0 18 1,0-35-1,0 17 1,0-17 0,0 0-1,0-1 17,0 1-17,0-1 1,0 1-1,0 0 1,0-1 0,0 1-1,0 0 1,0-1 0,0 19-1,0-19-15,0 1 31,0 0-31,0 17 16,0 0 0,0 0-1,0 1 17,17-1-17,-17 0-15,0-17 31,0-1-31,0 19 32,0-19-32,0 19 15,0-19 1,0 1 15,0 0-15,0-1-1,0 1 1,0 0 0,0 17-1,0 18 17,0-36-32,0 1 15,18 17 1,-18-17-1,17 0-15,-17-1 16,18 18 0,-18-17-1,18 17 17,-1-17-17,-17 17 1,18-17-1,0 0 1,17 17 0,-17-18-1,-1 19 17,1-36-17,0 0 16,34 0-15,-16 0 0,-19 0-1,19-18 1,-19 18 0,1-18-1,35 1 1,-36-1-1,19 18 1,-19 0-16,19 0 16,-19 0 31,1 0-47,0 0 15,-1 0-15,1 0 31,-1-17-15,19-1 0,-1 0-1,-17 1 1,-1-1 0,-17 0-1,18 18 1,0 0-16,-1-17 15,1-1 17,-1 0-17,1 1 1,-18-1 15,0 1-15,18-1 15,-18 0-15,0 1-1,0-1-15,0 0 16,0 1 0,0-19-1,0 1 1,0 18-1,0-19 1,0 1 0,0 17-1,0-17 1,0 17 15,0 1-15,0-1-16,0 0 31,0 1-15,0-1 15,0 1-15,0-1-1,0 0 1,0 1 15,0-1-31,17-17 16,1-1-1,-18 19 17,18-18-32,-1-1 31,1 19-16,0-19 1,-18 19 0,17-19-1,-17 19 1,18-1 0,-18 0-1,0 1-15,0-1 31,18 1-15,-18-1 0,0 0-1,17 1-15,-17-1 32,0 0-17,18 1 1,-1-1 15,-17 0 78,18-17-46,-18 18-16,0-1-32,0 0-15,0 1 32,0-1-17,18-17-15,-18-1 16,17 1-16,1-35 16,0-1-1,-1 1 1,1-1-1,-18 36 1,18-36 0,-18 18-1,17-17 1,-17 17 15,0 17-15,18-34-1,-18 35 1,35-1-16,-17 1 16,-18 17-16,35-35 15,-17 18 1,-1 0 0,-17 17-1,0-17 1,0 17-1,0 1 17,0-1-17,0 0 17,0 1-17,18-18-15,-18 17 31,0 0-31,0 1 16,0-19 0,0-17-1,0 36 1,0-18 0,0-1-1,0 19 1,0-1-1,0 0 17,0 1-17,-18 17 1,1-18 0,-1 18-1,0 0 1,1 0-1,-1-18 1,0 18 0,-17 0 15,18 0-15,-1 0-1,-17 0 16,17 0-31,0 0 16,1 0-16,-19 0 16,-16 0-1,-19 0 1,18 0 0,35 18-1,-17-18 16,17 0-15,1 0 109,-1 0-47</inkml:trace>
  <inkml:trace contextRef="#ctx0" brushRef="#br0" timeOffset="56609.96">2593 7779 0,'18'-18'109,"-1"0"-93,1 1-16,-18-1 0,17 18 16,1 0-1,17-17-15,-17-1 16,17 0 0,-17 18-1,17 0 1,1-35 15,-1 35-15,-18 0-1,19-18 1,-1 1 0,0-1 15,-17 18 78,0 0-78,-1 0 1,18-18-17,-17 18 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33766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5T01:30:49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6385 12347 0,'-17'0'63,"-19"18"-63,-34-1 0,-18 36 15,-36-17 1,1 17-16,34 17 16,-210 159-1,246-158-15,-35 282 32,211 105-1,106-211 0,-35-53-15,-35-35-1,-141-71 1,-18 36 0,0-54-16,-53 1 15,-18-18-15,-35 70 16,53-52-16,-88 105 15,71-17 1,52-53 0,53 88-1,89-35 1,140 70 0,54-17 15,52-54-16,-52-52-15,-124-71 32,-159-35-32,0 0 15,1 0-15,-36-17 47,0-18-31,159-54-1,405 1 1,247-71 0,-123 18-1,-211 0 1,-266 18 0,-176 17-1,-35 35 1,-17-70-1,-248-141-15,124 123 0,-141-17 32,158 70-17,124 53 1,0-35 0,159-71-1,106 0 1,-89 18-1,-70 71 1,-88-18 0,-18-18-1,0 70-15,-36-34 16,-17 17-16,1 18 16,-37-36-16,-105-88 31,88 54-16,54 34-15,34 0 32,18 1-17,0 17-15,0-18 32,18 1-17,-18-1 1,-106-105-1,-53 123 1,-353-123 0,265 123-16,-370-124 15,35 1 1,406 158 0,-36-17-16,71 17 15,106 18 1,17 0 46,0 0-46,-17 0 0,0 0-16,0 0 15,-18 0 1,-18 36-16,-17-19 15,-36 36 1,71 18 0,1 123-1</inkml:trace>
  <inkml:trace contextRef="#ctx0" brushRef="#br0" timeOffset="980.3">5433 17427 0,'17'0'78,"72"0"-78,-19 0 16,36 0-16,123 0 31,177 0-15,-265 0 30,-123 0-30</inkml:trace>
  <inkml:trace contextRef="#ctx0" brushRef="#br0" timeOffset="1870.01">7761 17110 0,'18'-18'16,"-1"124"-16,-17 35 16,0 476 15,-70-264 16,52-335-16,-35-142 16,36-140-31,-1-18-1,18-18 1,0 53-1,88 35 1,-17 124-16,35-18 16,-18 18-1,-53 70 17,18 1-32,-35 17 31,17 0-16,18 35 1,-36 18 0,-17 88-1,0-53 1,-17-17 15,-89 17-15,18-71-1,-18 1-15,35-18 32,36 0-32</inkml:trace>
  <inkml:trace contextRef="#ctx0" brushRef="#br0" timeOffset="4910.06">18838 12047 0,'0'0'0,"-17"-35"0,-89 17 16,-18 1-16,-87-18 16,-1 17-16,-35 18 15,0 0-15,0 0 16,36 0-1,-160 0 1,248 70 15,123 72 1,53 87-1,-53-159-16,-71 72 1,-211 52 0,-18-106-1,88 0-15,124 0 32,70 18-32,18 35 31,71 124-16,35-142-15,0 1 16,-18 17-16,-18-53 16,72 194-1,-107-158 1,-70 17 0,-89-18 15,-52-35-16,52 18 1,107-71 0,17 18-16,35 71 31,159-1-15,-141-70-1,70 53 1,-52-35-1,-54-36 1,-17 18 0,0 0-1,-17 35 1,-36-35 0,53-35-1,0-1 1,0 1-1,70 52 17,195 1-32,70-1 15,18-17 17,-159-17-32,-53-19 15,35-17-15,142 0 16,-18-35-1,-18-88 1,-123 52 0,-71 0-1,-70 54 1,-1-18 15,1 17-15,17-35-16,89-53 31,158-35-15,-194 88-16,212-70 31,-159 52-15,18-35-16,-71 0 31,-17 1-16,-71-37 1,0-16 0,-18-1-1,18 18 1,0 0 0,0-71-1,0 159 1,0-35-1,0 35-15,0-18 16,0-87 0,0-1-1,-88-53 1,-106 1 0,-53-1-16,-124-35 31,71 124-16,89 34 1,105 19 0,-18 35-1,124 17 1,-17 18 0,-1 0 15,1 0-16,-1 0 1,-35 0 0,35 0-1,1 0 1,-19 0 0,-16 18-16</inkml:trace>
  <inkml:trace contextRef="#ctx0" brushRef="#br0" timeOffset="6460.03">17551 16951 0,'17'0'16,"-17"71"-1,0 34-15,0 1 16,0-35-16,0 35 15,0-36-15,0 1 16,-17-1 0,17-17 15,0-123 47,0-19-62,0-16-1,0-142-15,0 0 32,0 141-32,0 35 15,17-35 1,1 89-16,17-54 15,-17 36 1,0 17-16,34-52 16,-16 52-1,-19 18 1,1 0 0,17 0-1,1 0 1,34 18 15,-17 35-15,-35-18-16,17 0 0,-17 18 31,-18 18-15,0-54-1,0 1-15,0 35 16,-71 0-1,0-35 1,19-1 0,-1-17-1,17 0 1,-17 0 0,36 0-16,-1 0 15,-17 0 1,17 0-1,-17 0 17,17 0-17,1 0 17</inkml:trace>
  <inkml:trace contextRef="#ctx0" brushRef="#br0" timeOffset="8485.44">24959 13794 0,'0'17'31,"0"1"-15,0 0 0,0-1-16,0 1 15,0-1 17,0 19-1,-18 17 0,1-36-15,-1 36-1,0-18 1,18-17 15,0 0 0,-17-1-31,70-17 79,105-70-64,54-71 1,247-177-16,17 89 15,812-336 1,158-87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33766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5T01:31:34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2769 4198 0,'-17'53'31,"-19"106"-15,-17-18-16,18 18 16,35-18-16,-53-18 15,0 124 17,53-229-32,0 35 31,53-142 0,124-616 0,-89 352-15,18 0 15,-18 159-15,-35 88-16,0 36 31,-36 52-31,1 1 16,17-1-1,-17 18 1,17 0 0,36 71-1,-54 87 1,-17 54-1,0-71 1,-105 36 0,-19-107-1,54-52-15,-19-1 16,36-17 0,-105 0-16</inkml:trace>
  <inkml:trace contextRef="#ctx0" brushRef="#br0" timeOffset="710.11">3863 5239 0,'0'53'31,"0"0"-15,-18 0 0,1-18-16,-1 53 15</inkml:trace>
  <inkml:trace contextRef="#ctx0" brushRef="#br0" timeOffset="1669.85">2505 8625 0,'0'0'0,"17"36"15,-17 52 1,0-35-16,0 17 15,0 19 1,0-19-16,0 1 16,0-18-16,0-18 0,0 0 15,0 0 1,0-70 46,0-194-46,18 52-16,264-704 31,-17 545-15,-89 195 15,-141 124-15,1 17-16,-1 0 31,-17 88-15,-54 106-1,-17-106 1,18-35-16,-18 35 16,0-35-16,18 18 15,0-36-15,-18 0 16,35-35-1</inkml:trace>
  <inkml:trace contextRef="#ctx0" brushRef="#br0" timeOffset="2520.07">3598 8502 0,'0'35'156,"18"0"-140,-18 36-16,0 35 15,0-18 1,-53 71-16,-88 70 47,141-211-47,0-1 31,0 1-15,35 0-1,18-18 1,-18 0 15,-17 0-31</inkml:trace>
  <inkml:trace contextRef="#ctx0" brushRef="#br0" timeOffset="3983.05">2452 12912 0,'0'70'15,"0"36"1,0-18-16,0 36 16,0-18-1,0-36-15,0-17 0,0-18 16,0-17-16,0-106 94,17-36-94,195-475 31,-124 316-15,71 36-1,-71 142 1,18 52 15,-71 35-31,-17 18 16,17 0-16,-17 0 31,0 106-15,-54 70-1,-87 18 1,-36-35-1,53-36 1,36-70 0,-1-35-1,53-18-15</inkml:trace>
  <inkml:trace contextRef="#ctx0" brushRef="#br0" timeOffset="4650.06">3440 13370 0,'52'-17'0,"-104"34"0,193-34 16,-35-1-16,-36 18 0,1 0 15,-36 0-15,0 0 16,-35 18 0,18-18-1,-18 53 1,-229 176 15,140-176 0,89-18 1,36-17-17,-19-1 1,1 1 15,-18 0-31,0-1 31,0 19-15,-18-36 0,1 0-1</inkml:trace>
  <inkml:trace contextRef="#ctx0" brushRef="#br0" timeOffset="13750.3">4886 4339 0,'0'-70'203,"18"-19"-203,17-16 0,0 16 16,-17 1-16,-18 53 16,17-18-1,-17 0-15,0 18 16,0 0-16,0 17 15,0 0 1,0 36 62,0 123-62,0 18 15,0-106-31,0 35 0,0 0 31,0 53-15,18-123 0,-18 17-16,18 0 15,-1-70 48,54-106-63,-1-35 15,-52 17 1,17 71 0,-35 176 46,0 53-62,53 35 16,-53-52-1,53 17-15,0 0 16,-18-70-16,-35-54 47,53-52-32,-53-53 1,53-159 0,-53 106-16,0 0 15,0-159 1,0 123 0,0 124-1,0 247 32,0 53-47,0 283 31,0-107-15,18-176 0,17-141-1,-17-89 16,-1-17-31,36-53 16,53-299 0,-18-36-1,-88-230 1,0 407 0,0-1-1,0 159-15,0 35 16,0 54 15,0 422-15,-17 71 15,17-405-31,0 52 16,0 18-1,17-158 1,1-19 15,70-70-31,-17-70 16,-1-36-16,71-176 15,-123-71 1,35 71 0,-35 159-1,-18 140 1,0 107 15,0 388-15,35-1 15,-17-87-31,34-177 31,-52-141-15,0-36-16,36-17 31,123-159-15,-36-229-1,-35 71 1,-17 35 0,-71 141-1,0 105 1,0 54 15,0 176-31,0 18 16,0-1-1,0 1 1,0 0-16,0 52 0,0-176 31,0-70-15,35-89 15,-17-34-15,87-266-1,-16-34 1,-72 87 0,-17 230-1,0 17 1,0 89 15,0 388-15,-53 35-1,0-124 1,53-158 0,0-124-1,0-70 32,53-53-47,18-36 0,123-229 16,-159 124-1,-17 106 1,0 87 15,-18 89 0,35 53-15,-35 123 0,0-123-16,0-71 31,0-17-31,53-53 47,-36-36-47,36-17 15,0-18-15,0-105 16,-35 87 0,-18 106-1,0 71 32,0 53-47,0 53 16,0-36 15,0-105-15,17-18 15,19 0-15,87-123-1,-52 17-15,-36-18 16,0-17-1,-17 124 1,17 87 31,-17 36-47,-18-18 16,17-35-1,-17 0 1,18-18-16,0-17 15,17 0 1,0-18 0,36 0-16,35-18 15,17-106 1,-17 1-16,-35 17 31,-36 88-15,-18 89 15,-17 35-15,0 0-16,18-18 15,0 0 1,35-17 0,-18-54-1,106-70 16,18-52-15,-71 16 0,-35 36-16,-35 36 31,-18 34 16,17 36-32,1 141 1,35-70 0,-36-89-16,19 36 15,-19-54 1,1 1 15,52-18-15,72 0-1,-19-124 1,36-34 0,-71 17-1,-53 70 1,-35 53 31,0 54-47,36 34 15,-36 18-15,0-17 16,0-36-16,17 18 16,18-18-1,36-35 1,-18 0 0</inkml:trace>
  <inkml:trace contextRef="#ctx0" brushRef="#br0" timeOffset="16410.32">5009 7885 0,'0'17'15,"0"89"-15,0 0 16,0 0-16,0 17 16,0-52-1,0-18-15,0-18 16,0 0-16,0-17 15,53-53 32,194-248-15,-123-16-1,-107 387 16,-17 18-32,18 17 1,17 18-16,-17-17 0,0-19 16,-18-16-1,17-36-15,19 17 16,-19-52 31,18-18-32,54-141 1,-72-18 0,19 18-1,-1 70 1,0 106 31,18 71-32,18 53-15,70 194 16,-18-124 0,-35-70-1,-35-106 1,-35-36-1,35-17 1,141-70 0,18-230-1,-107-35 1,1 0 0,-53 0-1,18 105 1,-54 177 15,1 195-15,70 334 15,-88-53-31,35-158 31,-35-195-15,18-34-1,0-36 17,35-89-32,0-87 15,-18-265 1,-35-18 0,0 177-16,0 35 15,0 0-15,0 0 16,17 159 15,-17 70-31,36 18 31,140 424-15,-105 70 0,-18-194-16,17-54 15,-17 266 1,-35-441-1,17-1-15,-17-52 16,17-106 15,18-71-15,35-229 0,-88-36-1,0 54 1,0 211 15,0 212 0,53 106-15,0 35 0,-18-18-16,18 18 15,18-70 1,-19-18-1,19-89 1,70-17 0,18-70-1,70-160 1,-88 19 0,-52 34-1,-54 142 16,-18 17-15,19 89 0,-19 88 15,1-89-31,0 36 0,-1-53 31,19 0-15,-19-53-1,71 0 1,36 0 0,-54 0-16,-17-35 15,71-89 1,-36 36 0,-70 88 30,17 35-30,-35 71 0,0-18-16,18-35 31,-18-35-15,17 0-1,1-18 1,-1 0-1</inkml:trace>
  <inkml:trace contextRef="#ctx0" brushRef="#br0" timeOffset="19555.2">5203 12418 0,'36'123'16,"17"89"-1,-36-18-15,-17 53 16,36-35-16,-36 34 16,0-69-16,0-36 15,0-53-15,0-35 16,0-35-1,0-1 17,158-316-1,-34-37-15,-18-34-1,-1 70 1,-52 124 15,0 105-15,-53 54-16,18 69 31,70 425-15,-88-230-1,0 0-15,0 105 16,18-211-1,-1-105 1,36-54 15,18-88-15,88-211 0,-106 52-1,-1-52 1,19 105-1,-53 177 1,-1 105 31,1 107-47,17 52 0,-35 18 31,36-106-15,-1-88-1,-35-35 1,17-1 0,19-17-1,87-159 1,54-229 0,-160 265-1,71-177 16,-70 282-15,0 124 15,70 106-15,-18 264-16,-17-176 31,0-71-15,-35-211-1,35-53 32,17-142-47,19-52 16,-1 0-16,-18-265 16,-17 53-1,18 18 1,-36 229 15,18 211-15,70 530 15,-34 53-31,-89-1 31,0-387-31,35 35 16,-35-212-1,18-17 1,-18-36 15,105-334-15,1-195 0,18 35-1,-54 124 1,36 35 15,-53 265-15,18 123-16,34 548 31,-105-301-31,0 35 16,0 301-1,-35-213 1,17-299-1,18-212 32,89-123-31,34-18 0,-70-18-16,53-228 15,-53 52 16,70 17-15,-105 407 0,17 87-1,89 477 1,-71 53 0,-53-106-1,0-177 1,0-229-1,17-88 17,160-176-17,70-212 1,-124 194-16,-52 0 16,17-18-16,18-194 31,-89 283-31,1 88 31,-18 387 0,-88 160-15,17-177 0,71-229-1,0-71 1,0-70 93,0 17-78,0 1-15</inkml:trace>
  <inkml:trace contextRef="#ctx0" brushRef="#br0" timeOffset="26070.29">11571 4533 0,'0'0'0,"18"-17"63,-18-1-63,17-17 0,54-71 31,52 18-15,89 35-1,17-35 1,36 17-1,-18 53 1,88-17 0,-194 35-1,177 0 1,-177 0-16,-35 0 16,88 18-1,-106-1 1,-35 19-16,70 52 15,-52-35 1,-1 17 0,-70 1-1,36-18 1,17 17 0,-53-34-1,17-19 16</inkml:trace>
  <inkml:trace contextRef="#ctx0" brushRef="#br0" timeOffset="26664.94">14323 3933 0,'17'0'63,"19"71"-48,-36-18 1,70 35 0,-34-35-1,-19-18-15,1 18 16,-1-35 0,19 35-1,-36-36 16,0 1-15,-18 35 0,-35 0-1,-17-35 1,34-18 0,-52 0-1,18 0 1,34 0-16</inkml:trace>
  <inkml:trace contextRef="#ctx0" brushRef="#br0" timeOffset="27780.15">11695 8290 0,'17'0'15,"1"0"17,0-17-32,52-36 15,89-35-15,0 17 16,-1-17-16,72 0 31,122 17 0,89 71 1,-194 0-17,-194 0 1,53 18-16,53-1 16,-36 1-1,-17 35-15,71-18 31,17 36-15,-53-1 0,-18-17-1,-52-18 1,-54-35 0,19 18-1,-19 0 32,-17-1-31,18 1-1</inkml:trace>
  <inkml:trace contextRef="#ctx0" brushRef="#br0" timeOffset="28340.18">14781 7990 0,'0'36'47,"18"-1"-47,0 0 16,17 53-16,-17-52 16,-1-1-1,1 18-15,35 70 16,0-70-1,-18 0 1,-17-18 0,-1-17-1,-52-18 95,0 0-110,-18-35 15</inkml:trace>
  <inkml:trace contextRef="#ctx0" brushRef="#br0" timeOffset="30125.16">11730 13300 0,'0'17'62,"18"-17"-62,-1 0 16,18 0-16,18-53 16,230-158-1,352-54 16,35 159 1,-106 106 15,-387 53-32,-89-35-15,18 35 16,17 0-16,-35-18 15,265 106 1,-124-17 0,-87-54-1,-54-17 1,-53-35 0,0-1-1</inkml:trace>
  <inkml:trace contextRef="#ctx0" brushRef="#br0" timeOffset="31139.91">15117 12859 0,'-18'0'31,"18"35"-31,18 18 16,-1 0-16,1-18 16,17 36-16,-17-36 0,35 18 15,-53-35 1,17 17-16,36 18 15,35 105 17,-70-87-1,0-53 0,-1 17-15,-17-17 31,-17-18-47,-19 0 15,-52 0 1,-53 0 0,-35 0-1,35-36-15,-124 19 16,124-36-1,17 35 1</inkml:trace>
  <inkml:trace contextRef="#ctx0" brushRef="#br0" timeOffset="52245.24">15434 2170 0,'0'35'78,"0"53"-62,0 18 0,0-36-16,0 36 15,0 159 1,0 105 15,0-123 0,0 0 1,0-159-17,0-17-15,0 17 16,-18 36-1,1-1 1,17-17 0,0 17-1,0-34 1,0 16 0,0-16-1,0 16 1,0-52-1,0 18 17,0-36-32,0 0 0,0 1 15,0 17 17,0 0-17,0-1 1,0 1-1,0 18 1,-18-18 0,18 0-1,0 17 1,0-34-16,0-1 16,0 88-1,0-105 1,0 0-16,0-1 15,0 1 1,0 0 62,35-18-62,36-18-16,52 0 15,-87 18 1,122-35-16,19 17 16,34-17-16,301 17 15,-18-34 1,0 52 0,35 0-1,-35 0 1,-71 0-1,-105 0 17,-124 0-32,-18 0 15,-88 0 1,-35 0 15,-35 0-15,-1 0 62,19 0-62</inkml:trace>
  <inkml:trace contextRef="#ctx0" brushRef="#br0" timeOffset="54200.24">15804 6862 0,'0'88'63,"0"53"-48,0 35 1,0-35-16,0 71 16,0 0-16,0-1 15,0-34-15,0 34 0,0 442 47,0-247-16,0-248-15,0-34 0,0-36-1,18-35 1,-18-35 0,18-1-1,-1 1 48,19-18-48,52 0 1,71 0 0,88 0-1,70 0 16,142 0-31,-177 0 16,0 0 0,529 0-1,-528 0 1,-36 0-16,105-18 16,1 18-1,-124-53 1,-34 53 15,-107 0-31,-35-17 16,17-1-16,-35 18 15</inkml:trace>
  <inkml:trace contextRef="#ctx0" brushRef="#br0" timeOffset="56690.08">15963 11395 0,'0'53'16,"0"52"-16,0 72 16,0 35-1,0 34-15,0 1 16,0-35-16,0 0 15,0 35-15,0-71 16,0 53 0,0 353-1,0-141 32,0-282-31,-17-88-16,17-18 15,0 0-15,-18 35 32,18-18-32,0 1 15,0-18 1,0 35 15,0-70-31,-18 17 31,18-17 1,0-1-32,0 1 15,0-1 1,0 1-16,0 35 31,0-35-15,0-1 62,36-17-62,69 0-16,36-53 15,1 53 1,87-35-16,-17-18 15,35 53-15,-1-17 16,-34 17-16,35 0 16,0 0-16,141 0 15,-18 0 1,-87 0 0,-36 0-1,-18-36 1,-88 36-1,-53 0 1,0 0 0,-35 0-1,-17 0 17,-19 0-32,1 0 15,0 0-15,-1 0 31,-34-17 219,-19-19-218</inkml:trace>
  <inkml:trace contextRef="#ctx0" brushRef="#br0" timeOffset="58440.05">10530 13441 0,'36'0'46,"-1"0"-30,0 0-16,-17 0 16,35 0-16,-36 0 15,1 0 1,0 0-16,-1 0 16,1 0-1,0 0 16,-1 0-15</inkml:trace>
  <inkml:trace contextRef="#ctx0" brushRef="#br0" timeOffset="58959.95">10918 13212 0,'18'0'31,"17"0"-15,1 0-16,-19 0 15,19 0-15,-1 17 16,18-17-16,-36 0 16,19 0-16,34 0 31,-34 0 0</inkml:trace>
  <inkml:trace contextRef="#ctx0" brushRef="#br0" timeOffset="59430.51">11060 13511 0,'0'53'16,"0"-106"-16,0 159 16,0-71-16,0 1 15,0-1-15,0-17 32,35-18-17,18 0 1,17 0-1,-17 0 1,-17 0 0,-19-18 15</inkml:trace>
  <inkml:trace contextRef="#ctx0" brushRef="#br0" timeOffset="60695.34">11183 13194 0,'0'18'62,"0"-1"-31,0 1-31,0-1 16,-18 89 0,-17 53 30,17-124-30</inkml:trace>
  <inkml:trace contextRef="#ctx0" brushRef="#br0" timeOffset="61795.17">19703 15381 0,'0'0'0,"17"0"47,1 0-47,17 0 16,18-18-1,-18 18-15,18 0 16,35-17-16,336 17 31,387 0 0,-282 0 1,-493 0-1</inkml:trace>
  <inkml:trace contextRef="#ctx0" brushRef="#br0" timeOffset="62290.48">21978 15152 0,'0'-18'31,"35"18"-15,124 0-1,0 0 32</inkml:trace>
  <inkml:trace contextRef="#ctx0" brushRef="#br0" timeOffset="62710.02">22313 15117 0,'0'0'0,"-17"0"16,-1 52-16,18 37 15,0-54-15,0-17 16,0 17-16,0 0 0,0-17 16,0-1-16,18 19 15,-1-19 1,18 1-16,1 0 47,17-18-32</inkml:trace>
  <inkml:trace contextRef="#ctx0" brushRef="#br0" timeOffset="64440.49">15416 11977 0,'0'-18'78,"18"1"-63,0-19 1,35-70-16,-36-35 16,-17-282 30,0 335-46,-17-53 32,-36 17-17,35 124 1,53 18 93,-17-18-109,0 0 0,17 17 16,-17-17 0,-1 18-16,18 0 15,-35-1 16,18 1-31</inkml:trace>
  <inkml:trace contextRef="#ctx0" brushRef="#br0" timeOffset="64780.28">15434 11536 0,'18'0'110,"17"0"-110,-17 0 15,17 0-15,0-18 16</inkml:trace>
  <inkml:trace contextRef="#ctx0" brushRef="#br0" timeOffset="65940.35">20055 9860 0,'36'0'94,"105"0"-78,35 0-16,1 0 15,34 0-15,-34 0 16,34 0-16,-34 0 15,-36 0-15,0 0 16,-53 0 0,-35 0-16,18 0 15,-18-18 17</inkml:trace>
  <inkml:trace contextRef="#ctx0" brushRef="#br0" timeOffset="66324.9">22084 9701 0,'0'-17'16,"18"-1"-16,-1 18 15,1 0 1,17 0 0,18 0-16,53 0 15,17 0 1,-35-18-1,-17 1 1</inkml:trace>
  <inkml:trace contextRef="#ctx0" brushRef="#br0" timeOffset="66610.03">22366 9931 0,'-18'70'16,"36"-140"-16,-36 211 0,18-18 31,0-105-31,0 0 15,0-1 1,18 1-16,17-18 16,-17 0-1,17-18 1</inkml:trace>
  <inkml:trace contextRef="#ctx0" brushRef="#br0" timeOffset="67789.93">15152 7214 0,'0'18'16,"0"0"46,53-36-46,-36-17 0,36-106-1,-35-195 17,-18 266-17,0-124 16,-18 176-15</inkml:trace>
  <inkml:trace contextRef="#ctx0" brushRef="#br0" timeOffset="69440.37">15363 6773 0,'0'-17'63,"0"-1"-48,18 18 1,0 0-16,35-18 16,0 1 30,-36 17-46</inkml:trace>
  <inkml:trace contextRef="#ctx0" brushRef="#br0" timeOffset="71820.3">19526 5627 0,'0'-18'94,"36"18"-94,-1 0 16,53 0-1,18 0-15,229 53 16,388 53 15,-582-106-15,371 0 15,-406 0 0</inkml:trace>
  <inkml:trace contextRef="#ctx0" brushRef="#br0" timeOffset="72295.13">21943 5468 0,'17'0'0,"1"0"16,0-18-1,-1 18 1,19 0-16,-1 0 16,18 0-16,17 0 31,-34 0-31,17 0 31,-36 0-31,1 0 16</inkml:trace>
  <inkml:trace contextRef="#ctx0" brushRef="#br0" timeOffset="72595.08">22154 5521 0,'0'53'0,"0"-106"0,0 194 15,0-88-15,0-18 16,0 36 0,0-54-1,18 19 1</inkml:trace>
  <inkml:trace contextRef="#ctx0" brushRef="#br0" timeOffset="74700.42">15610 2381 0,'0'0'0,"18"-17"31,0-1-16,-18 0 1,0 1 0,0-19-1,17 1-15,1 0 16,-18 0-16,35-36 16,1-88 15,-1 71-16,-18 35 1,54-35 0,-53 35-1,17 0 1,0 18 0,0 17 15</inkml:trace>
  <inkml:trace contextRef="#ctx0" brushRef="#br0" timeOffset="75195.42">15716 2046 0,'36'0'93,"-19"0"-77,1 0-16,-1 0 16,19-18 15,-1 1 0</inkml:trace>
  <inkml:trace contextRef="#ctx0" brushRef="#br0" timeOffset="102529.9">11007 16510 0,'0'0'0,"17"71"0,19 52 16,34 36-1,1-36-15,-71-35 16,35-17-16,-17 17 15,-1 18-15,-17-71 16,0 36-16,0-54 16,0 36-1,0-35 32</inkml:trace>
  <inkml:trace contextRef="#ctx0" brushRef="#br0" timeOffset="103390.31">11218 17233 0,'0'-17'62,"18"-1"-46,53 0 0,34 1-16,36 17 0,142 0 31,175 0-15,107 0-16,-71 0 31,0 0-16,-1 0 1,-69 0 0,-71 0-1,-124 0 1,0-36 0,-158 19-16,35 17 15,17 0-15,-17 0 16,-36 0-16,124-36 15,-105 36 17,-1 0-32,-53 0 31,18 0-15,-35 0-1,-1 0 48,1-17-1</inkml:trace>
  <inkml:trace contextRef="#ctx0" brushRef="#br0" timeOffset="104240.12">16669 16775 0,'17'17'63,"1"36"-63,-18-35 15,0 35-15,18 0 16,-18 70 0,0 53 15,0-140-16,0 17 17,17 35-17</inkml:trace>
  <inkml:trace contextRef="#ctx0" brushRef="#br0" timeOffset="106300.55">11448 16686 0,'-18'36'31,"0"-1"-15,-17 18-16,17-35 0,1 17 15,-1 18 1,-17-18 0,0 36-16,-18-1 15,-71 89 17,-35 17-1,142-158-31,-1 17 15,-17 18 17,35-35-17,-18-1 17</inkml:trace>
  <inkml:trace contextRef="#ctx0" brushRef="#br0" timeOffset="109754.96">21449 5592 0,'0'17'93,"18"1"-93,-1-18 16,1 17 0,35 1-16,0 0 31,35 17 0,-35-17 0,-36-18-31,1 0 63,-18 17-48,-18 36 1,-35-18 0,-52 18-1,52-17 1,17-19 0,-52 71-16</inkml:trace>
  <inkml:trace contextRef="#ctx0" brushRef="#br0" timeOffset="111410.37">21625 9754 0,'18'-17'110,"0"17"-79,-1 0-31,1 0 0,105 17 47,-105 1-47,35 0 31,-35-1-15,-1 1-16,1-1 31,-1-17 63,-34 36-63,-18-19-16,-18-17 1,35 18 0,0-18-16,-17 18 0,0-18 31,17 0-15,0 17-1</inkml:trace>
  <inkml:trace contextRef="#ctx0" brushRef="#br0" timeOffset="113371.57">21449 15240 0,'35'0'63,"-17"0"-48,35 18 1,-18-18-16,36 17 16,-19 1-1,-16-18 1,-36 18 0,70-1 15,-34 1-31,-19-18 31,1 0 0,0 17-15,-18 1 46,0 0-46,0 17-16,-53-17 16,-36 35-16,36-36 15,-17 19 17,17-19-32,18 1 31,17-18-16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8F262-6E1E-4E94-B443-3A62616E5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F208AC-16A9-4231-9A0B-7C70077E5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FBB33-63A8-4FCA-8F5D-910EEB33D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0EABB-1B9D-4842-9969-16EADF70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F2572-6F49-46CF-8DFE-D586EFB1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306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8F5C6-AF59-4784-9A2E-B493D7E5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E7CF28-FE52-4306-B29E-68F09F5E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494CBC-BF05-416D-819C-97CC67F4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047330-BDFD-4B60-A9F2-BCAFA702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BB746E-5590-4F78-96DB-CE6DA18F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53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FBE3B-B854-4251-A639-39F4BF4D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6958CE-E6B3-4FED-8DC8-EA44A8E7A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B8171B-510C-4BC6-87C3-55C6C9D9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0EE6C6-7B5C-42E8-8A3A-58270166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8C4D85-DF47-43DB-ABB9-DDB5767F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513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FB143-D8EA-4506-A151-5232F129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6EEE6-3BF4-41CC-973D-F0EA52F42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2922C1-C2EA-4E67-A153-C95CA86C8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85B76F-B6B8-40F6-848D-9F3D7AA5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9698FE-2779-48DF-9554-C3844FF5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DED4C1-FFD3-493F-A083-F876D94E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558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6C22F-C898-4523-98E7-599B59BD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7DBF2F-825E-487E-BC59-0B3AD04F1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7E9FDC-0480-44D0-8AB0-CABAE767A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3F9F4E-A0FA-4CAC-9D5E-07FB2B865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0A718F-EC7E-4230-970A-CCBED23D6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25DB49-0918-4B6B-BA48-66C9EA41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DD4D9D-3C48-457F-8CE9-BA564F45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2E680C-5B3B-4C23-94D0-23F6E71A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449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6601A-BB1C-4A46-8637-E246062E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1B28A3-774B-42BC-967B-46C51977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C56175-A11C-4A96-97A1-865DFBB4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F417F6-5F93-4E3E-AEC6-80C8B8D0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648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A411C2-4926-4EB9-9883-B70D2F06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3ADB38-4B0C-4F16-9FC9-0F4BFC9A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057CB5-C889-4C31-8786-8FD82DB3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93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9F70A-10B3-4340-81E6-21F0738D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75F0BD-92B6-4645-BF4F-A8C744BB3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B5B120-B56A-49CC-8C60-95B0E2F8E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115FC-7362-428F-A4A7-F892714D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F5E78C-7364-4AB6-997F-91EB18E6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506507-79C9-492E-8A7D-81D5DB65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353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55D26-8654-49A7-A02E-36875523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92FDC0-B6A4-4411-9C83-7282BCF10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8A3F5C-6D15-4FF5-A474-B07F7D76D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F8981-D202-4CEA-BD6F-739C2FE6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823DAF-24FC-4938-BE24-0E8D342B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E12DE4-AB89-459F-839B-E56DD833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662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998EF-C4BB-4614-A007-70E91E99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A94248-76F0-4D08-8CE4-7252605CB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15128D-20EB-4A39-9EF9-CEE0CDC0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8ACE55-C78A-4DEB-A62F-7EA918AD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D977A0-6ED1-4723-9D86-B817EEA1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16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F3CFB-52A6-465E-8178-D0FB898BC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C43331-554F-4A88-A746-8E0A7F454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803DD4-A768-4A5D-B9AD-0DD50178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67481B-63CE-474D-9FB5-4F9D8834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7DC79A-105D-468D-A19F-C6A6C859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288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C923F6-51B3-44DE-8CE2-C707E4D3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FCA7FA-811B-46E2-9FD2-1674EB09C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C1B90E-AF9E-4E44-9458-615969FB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7758A-FEEF-416A-BCE1-E409BA608606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43129-BB80-4A62-B0A9-C8DF515DB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52353-FE39-43ED-9486-4F88FDDCD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1569D-14BF-4DE8-990A-FEEE0D8EB6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324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9E7AA-50A5-431F-ABFD-759E6A556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3474"/>
            <a:ext cx="9144000" cy="3946485"/>
          </a:xfrm>
        </p:spPr>
        <p:txBody>
          <a:bodyPr anchor="t" anchorCtr="0">
            <a:normAutofit/>
          </a:bodyPr>
          <a:lstStyle/>
          <a:p>
            <a:r>
              <a:rPr lang="es-MX" sz="4000" dirty="0"/>
              <a:t>Titulo de la Propuesta</a:t>
            </a:r>
            <a:br>
              <a:rPr lang="es-MX" sz="4000" dirty="0"/>
            </a:br>
            <a:br>
              <a:rPr lang="es-MX" sz="4000" dirty="0"/>
            </a:br>
            <a:r>
              <a:rPr lang="es-MX" sz="4000" dirty="0"/>
              <a:t>Clasificación IEEE o ACM</a:t>
            </a:r>
            <a:br>
              <a:rPr lang="es-MX" sz="4000" dirty="0"/>
            </a:br>
            <a:br>
              <a:rPr lang="es-MX" sz="4000" dirty="0"/>
            </a:br>
            <a:r>
              <a:rPr lang="es-MX" sz="4000" dirty="0"/>
              <a:t>Investigación Científica/Tecnológica</a:t>
            </a:r>
            <a:br>
              <a:rPr lang="es-MX" sz="4000" dirty="0"/>
            </a:br>
            <a:r>
              <a:rPr lang="es-MX" sz="4000" dirty="0"/>
              <a:t>Innovación de Proceso/Producto</a:t>
            </a:r>
            <a:br>
              <a:rPr lang="es-MX" sz="4000" dirty="0"/>
            </a:br>
            <a:endParaRPr lang="es-PE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010E98-3BD6-4078-9E16-2ADC52A1C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6294"/>
            <a:ext cx="9144000" cy="729343"/>
          </a:xfrm>
        </p:spPr>
        <p:txBody>
          <a:bodyPr/>
          <a:lstStyle/>
          <a:p>
            <a:r>
              <a:rPr lang="es-MX" dirty="0"/>
              <a:t>Integrantes</a:t>
            </a:r>
            <a:endParaRPr lang="es-P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A4A89D3-065F-4DD1-83DF-3C9D578CE5D6}"/>
                  </a:ext>
                </a:extLst>
              </p14:cNvPr>
              <p14:cNvContentPartPr/>
              <p14:nvPr/>
            </p14:nvContentPartPr>
            <p14:xfrm>
              <a:off x="730080" y="450720"/>
              <a:ext cx="8223840" cy="28771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A4A89D3-065F-4DD1-83DF-3C9D578CE5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720" y="441360"/>
                <a:ext cx="8242560" cy="289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566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54FC2-8A1A-4AC4-9BAA-33CF194E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String</a:t>
            </a:r>
            <a:r>
              <a:rPr lang="es-MX" dirty="0"/>
              <a:t> de Búsqueda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AB4CEB-BDE6-4222-AFD8-B09345927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89672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EED0E-AF86-41FA-9E7C-29F75F48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Objeto de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CCC0E1-C60A-4848-B38C-73EFA516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Entregar la definición ontológica, basado en la referencias que ha identificado.</a:t>
            </a:r>
          </a:p>
          <a:p>
            <a:endParaRPr lang="es-MX" dirty="0"/>
          </a:p>
          <a:p>
            <a:r>
              <a:rPr lang="es-MX" dirty="0"/>
              <a:t>Precisar si existe un estándar ISO o NTP que lo define.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74B0E7-43E4-4158-9194-A110E7A86370}"/>
              </a:ext>
            </a:extLst>
          </p:cNvPr>
          <p:cNvSpPr txBox="1"/>
          <p:nvPr/>
        </p:nvSpPr>
        <p:spPr>
          <a:xfrm>
            <a:off x="805543" y="6127234"/>
            <a:ext cx="303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Indicar al menos 2 referencias 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09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54D0B-5B8E-4014-A680-7D201036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Pictograma del Objeto de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50653D-1992-44A8-B069-994A7D33F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Presentar un gráfico/imagen donde se pueda visualizar al objeto de estudio su contexto conceptual u operativo.</a:t>
            </a:r>
          </a:p>
          <a:p>
            <a:endParaRPr lang="es-MX" dirty="0"/>
          </a:p>
          <a:p>
            <a:r>
              <a:rPr lang="es-MX" dirty="0"/>
              <a:t>Elabore usted mismo el pictograma.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1124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27795-08DA-420C-AFA9-0837098C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Taxonomía del Objeto de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46FBA6-3245-4742-BD42-7E2F229CC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Presente las tipologías del objeto de estudio.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6DA8C9-F790-4D99-92A3-E1E08CB2F53A}"/>
              </a:ext>
            </a:extLst>
          </p:cNvPr>
          <p:cNvSpPr txBox="1"/>
          <p:nvPr/>
        </p:nvSpPr>
        <p:spPr>
          <a:xfrm>
            <a:off x="805543" y="6127234"/>
            <a:ext cx="303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Indicar al menos 2 referencias 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08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27795-08DA-420C-AFA9-0837098C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Ciclo de Vida del Objeto de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46FBA6-3245-4742-BD42-7E2F229CC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Precisar la vida del objeto de estudio.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Precisar si este objeto es parte de un proceso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6DA8C9-F790-4D99-92A3-E1E08CB2F53A}"/>
              </a:ext>
            </a:extLst>
          </p:cNvPr>
          <p:cNvSpPr txBox="1"/>
          <p:nvPr/>
        </p:nvSpPr>
        <p:spPr>
          <a:xfrm>
            <a:off x="805543" y="6127234"/>
            <a:ext cx="303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Indicar al menos 2 referencias </a:t>
            </a:r>
            <a:endParaRPr lang="es-PE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52FFF0E-281B-40D5-97E9-1ED4C43C6C0A}"/>
                  </a:ext>
                </a:extLst>
              </p14:cNvPr>
              <p14:cNvContentPartPr/>
              <p14:nvPr/>
            </p14:nvContentPartPr>
            <p14:xfrm>
              <a:off x="4241880" y="4305240"/>
              <a:ext cx="6401160" cy="19306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52FFF0E-281B-40D5-97E9-1ED4C43C6C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2520" y="4295880"/>
                <a:ext cx="6419880" cy="19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8339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23360-7EC0-4693-B356-8A029C57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 de Objeto de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7C56E-68AC-49F9-9384-034066096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Presente ejemplos del objeto de estudio, para los diferentes tipos y estadios.</a:t>
            </a:r>
            <a:endParaRPr lang="es-PE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A189116E-46B3-4411-8C30-7BD257E4B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49492"/>
              </p:ext>
            </p:extLst>
          </p:nvPr>
        </p:nvGraphicFramePr>
        <p:xfrm>
          <a:off x="838200" y="2949060"/>
          <a:ext cx="10352314" cy="187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157">
                  <a:extLst>
                    <a:ext uri="{9D8B030D-6E8A-4147-A177-3AD203B41FA5}">
                      <a16:colId xmlns:a16="http://schemas.microsoft.com/office/drawing/2014/main" val="1744718847"/>
                    </a:ext>
                  </a:extLst>
                </a:gridCol>
                <a:gridCol w="5176157">
                  <a:extLst>
                    <a:ext uri="{9D8B030D-6E8A-4147-A177-3AD203B41FA5}">
                      <a16:colId xmlns:a16="http://schemas.microsoft.com/office/drawing/2014/main" val="2941705599"/>
                    </a:ext>
                  </a:extLst>
                </a:gridCol>
              </a:tblGrid>
              <a:tr h="316654">
                <a:tc>
                  <a:txBody>
                    <a:bodyPr/>
                    <a:lstStyle/>
                    <a:p>
                      <a:r>
                        <a:rPr lang="es-MX" dirty="0"/>
                        <a:t>Real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Representado o Modelado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161715"/>
                  </a:ext>
                </a:extLst>
              </a:tr>
              <a:tr h="1512510">
                <a:tc>
                  <a:txBody>
                    <a:bodyPr/>
                    <a:lstStyle/>
                    <a:p>
                      <a:r>
                        <a:rPr lang="es-MX" dirty="0"/>
                        <a:t>Falla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Caida</a:t>
                      </a:r>
                      <a:r>
                        <a:rPr lang="es-MX" dirty="0"/>
                        <a:t> de presión - 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17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6B668AA-DDE0-4085-B252-E5B2B26288F3}"/>
                  </a:ext>
                </a:extLst>
              </p14:cNvPr>
              <p14:cNvContentPartPr/>
              <p14:nvPr/>
            </p14:nvContentPartPr>
            <p14:xfrm>
              <a:off x="565200" y="907920"/>
              <a:ext cx="9303120" cy="31183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6B668AA-DDE0-4085-B252-E5B2B26288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840" y="898560"/>
                <a:ext cx="9321840" cy="31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EC6F410B-39B7-4E1D-8065-4574F5613AD8}"/>
                  </a:ext>
                </a:extLst>
              </p14:cNvPr>
              <p14:cNvContentPartPr/>
              <p14:nvPr/>
            </p14:nvContentPartPr>
            <p14:xfrm>
              <a:off x="933480" y="2717640"/>
              <a:ext cx="7385400" cy="259776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EC6F410B-39B7-4E1D-8065-4574F5613A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4120" y="2708280"/>
                <a:ext cx="7404120" cy="261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019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31800-5CD2-4BA5-A444-04900DE0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Actores que participan en el contexto del Objeto de Estudio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2EC1C-07E1-43EB-ACE9-25196BCAD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Presentar un diagrama donde se pueda visualizar las relaciones que existen entre ellos.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308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3285E-6082-42D7-B72D-75AAE465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Problemática identificada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F93FC4-DC72-48B8-9F8E-E34F5F89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Exponer la problemática que motiva el proyecto.</a:t>
            </a:r>
          </a:p>
          <a:p>
            <a:r>
              <a:rPr lang="es-MX" dirty="0"/>
              <a:t>&lt;presente los síntomas, los dolores&gt;</a:t>
            </a:r>
          </a:p>
          <a:p>
            <a:r>
              <a:rPr lang="es-MX" dirty="0"/>
              <a:t>&lt;use estadísticas&gt;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6850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8C54A-AC89-46C9-9496-6D92071B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se puede medir al objeto de estudio?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DA57D-E3CB-4F61-9EEB-11686ADDC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Presente métricas que definen al objeto de estudio.</a:t>
            </a:r>
          </a:p>
          <a:p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E57A7F-FA55-4762-880C-6793B42FFD7D}"/>
              </a:ext>
            </a:extLst>
          </p:cNvPr>
          <p:cNvSpPr txBox="1"/>
          <p:nvPr/>
        </p:nvSpPr>
        <p:spPr>
          <a:xfrm>
            <a:off x="805543" y="6127234"/>
            <a:ext cx="303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Indicar al menos 2 referencias 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0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F5B75-2C7D-4084-83A9-3AA8E69D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Planteamiento del Problema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FBC197-D1DB-4EFF-B35A-FB6A2F54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Exponga en términos de los conceptos anteriores, cuál es la situación del problema que desea abordar en su proyecto de investigación.</a:t>
            </a:r>
          </a:p>
          <a:p>
            <a:r>
              <a:rPr lang="es-MX" dirty="0">
                <a:solidFill>
                  <a:srgbClr val="FF0000"/>
                </a:solidFill>
              </a:rPr>
              <a:t>¿Qué métrica se usa para medir el problema?</a:t>
            </a:r>
          </a:p>
          <a:p>
            <a:r>
              <a:rPr lang="es-MX" dirty="0"/>
              <a:t>Argumente.</a:t>
            </a:r>
          </a:p>
          <a:p>
            <a:r>
              <a:rPr lang="es-MX" dirty="0"/>
              <a:t>Use cuadros o figuras para exponer la situación.</a:t>
            </a:r>
          </a:p>
          <a:p>
            <a:endParaRPr lang="es-P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948C5F2-9D55-4FD4-BBA4-E8733290711B}"/>
                  </a:ext>
                </a:extLst>
              </p14:cNvPr>
              <p14:cNvContentPartPr/>
              <p14:nvPr/>
            </p14:nvContentPartPr>
            <p14:xfrm>
              <a:off x="1943280" y="4267080"/>
              <a:ext cx="8483760" cy="233100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948C5F2-9D55-4FD4-BBA4-E873329071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3920" y="4257720"/>
                <a:ext cx="8502480" cy="23497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266794A6-CD51-BE48-BC39-35E09DE7961E}"/>
              </a:ext>
            </a:extLst>
          </p:cNvPr>
          <p:cNvSpPr txBox="1"/>
          <p:nvPr/>
        </p:nvSpPr>
        <p:spPr>
          <a:xfrm>
            <a:off x="1943280" y="6488668"/>
            <a:ext cx="5763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Problema General			Problema Especifico</a:t>
            </a:r>
          </a:p>
        </p:txBody>
      </p:sp>
    </p:spTree>
    <p:extLst>
      <p:ext uri="{BB962C8B-B14F-4D97-AF65-F5344CB8AC3E}">
        <p14:creationId xmlns:p14="http://schemas.microsoft.com/office/powerpoint/2010/main" val="1857781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2468B-019D-4B23-9ED2-345FBBDE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34FF7F-142B-4333-B669-BA562380A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2BD07CA-09AB-4165-9556-35C93F12D2D9}"/>
                  </a:ext>
                </a:extLst>
              </p14:cNvPr>
              <p14:cNvContentPartPr/>
              <p14:nvPr/>
            </p14:nvContentPartPr>
            <p14:xfrm>
              <a:off x="882720" y="558720"/>
              <a:ext cx="7258320" cy="57661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2BD07CA-09AB-4165-9556-35C93F12D2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360" y="549360"/>
                <a:ext cx="7277040" cy="578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3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CA185-52AF-46B4-A17C-F12263DCD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 del Estado del Arte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4E300B-25A2-457D-BE9B-EDCD2F8E8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0548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217ED-B88A-4BAE-8558-9DEFC989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 de Aportes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02A91D-B16F-4277-A639-17887E8B2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603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D687D-DA59-4921-94EF-0EF01AB1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Fechas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53FFF1-7D67-49D7-A065-6A56BC853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14 </a:t>
            </a:r>
            <a:r>
              <a:rPr lang="es-MX" dirty="0" err="1"/>
              <a:t>exp</a:t>
            </a:r>
            <a:r>
              <a:rPr lang="es-MX" dirty="0"/>
              <a:t> de </a:t>
            </a:r>
            <a:r>
              <a:rPr lang="es-MX" dirty="0" err="1"/>
              <a:t>papers</a:t>
            </a:r>
            <a:r>
              <a:rPr lang="es-MX" dirty="0"/>
              <a:t> del estado del arte</a:t>
            </a:r>
          </a:p>
          <a:p>
            <a:r>
              <a:rPr lang="es-MX" dirty="0"/>
              <a:t>21 </a:t>
            </a:r>
            <a:r>
              <a:rPr lang="es-MX" dirty="0" err="1"/>
              <a:t>exp</a:t>
            </a:r>
            <a:r>
              <a:rPr lang="es-MX" dirty="0"/>
              <a:t> de </a:t>
            </a:r>
            <a:r>
              <a:rPr lang="es-MX" dirty="0" err="1"/>
              <a:t>papers</a:t>
            </a:r>
            <a:r>
              <a:rPr lang="es-MX" dirty="0"/>
              <a:t> del estado del arte</a:t>
            </a:r>
          </a:p>
          <a:p>
            <a:r>
              <a:rPr lang="es-PE" dirty="0"/>
              <a:t>28 revisión del documento de planteamiento del problema </a:t>
            </a:r>
            <a:r>
              <a:rPr lang="es-PE" dirty="0" err="1"/>
              <a:t>PPT</a:t>
            </a:r>
            <a:endParaRPr lang="es-PE" dirty="0"/>
          </a:p>
          <a:p>
            <a:endParaRPr lang="es-PE" dirty="0"/>
          </a:p>
          <a:p>
            <a:r>
              <a:rPr lang="es-PE" dirty="0"/>
              <a:t>Consultas lo Mi, Ju, Vi en las mañanas.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00564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334</Words>
  <Application>Microsoft Office PowerPoint</Application>
  <PresentationFormat>Panorámica</PresentationFormat>
  <Paragraphs>50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Titulo de la Propuesta  Clasificación IEEE o ACM  Investigación Científica/Tecnológica Innovación de Proceso/Producto </vt:lpstr>
      <vt:lpstr>String de Búsqueda</vt:lpstr>
      <vt:lpstr>Objeto de Estudio</vt:lpstr>
      <vt:lpstr>Pictograma del Objeto de Estudio</vt:lpstr>
      <vt:lpstr>Taxonomía del Objeto de Estudio</vt:lpstr>
      <vt:lpstr>Ciclo de Vida del Objeto de Estudio</vt:lpstr>
      <vt:lpstr>Ejemplos de Objeto de Estudio</vt:lpstr>
      <vt:lpstr>Actores que participan en el contexto del Objeto de Estudio</vt:lpstr>
      <vt:lpstr>Problemática identificada</vt:lpstr>
      <vt:lpstr>¿Cómo se puede medir al objeto de estudio?</vt:lpstr>
      <vt:lpstr>Planteamiento del Problema</vt:lpstr>
      <vt:lpstr>Presentación de PowerPoint</vt:lpstr>
      <vt:lpstr>Referencias del Estado del Arte</vt:lpstr>
      <vt:lpstr>Referencias de Aportes</vt:lpstr>
      <vt:lpstr>Fechas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 la Propuesta  Clasificación IEEE o ACM  Investigación Científica/Tecnológica Innovación de Proceso/Producto</dc:title>
  <dc:creator>sumaqkaypacha@gmail.com</dc:creator>
  <cp:lastModifiedBy>SGPLANEAMIENTO ESTRATEGICO</cp:lastModifiedBy>
  <cp:revision>6</cp:revision>
  <dcterms:created xsi:type="dcterms:W3CDTF">2026-05-14T20:41:34Z</dcterms:created>
  <dcterms:modified xsi:type="dcterms:W3CDTF">2026-05-15T14:41:08Z</dcterms:modified>
</cp:coreProperties>
</file>